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5" r:id="rId3"/>
    <p:sldId id="258" r:id="rId4"/>
    <p:sldId id="306" r:id="rId5"/>
    <p:sldId id="307" r:id="rId6"/>
    <p:sldId id="308" r:id="rId7"/>
    <p:sldId id="309" r:id="rId8"/>
    <p:sldId id="310" r:id="rId9"/>
    <p:sldId id="311" r:id="rId10"/>
    <p:sldId id="312" r:id="rId11"/>
    <p:sldId id="313" r:id="rId12"/>
    <p:sldId id="314" r:id="rId13"/>
    <p:sldId id="315" r:id="rId14"/>
    <p:sldId id="259" r:id="rId15"/>
  </p:sldIdLst>
  <p:sldSz cx="9144000" cy="5143500" type="screen16x9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B00"/>
    <a:srgbClr val="FF6A00"/>
    <a:srgbClr val="F26D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519" autoAdjust="0"/>
  </p:normalViewPr>
  <p:slideViewPr>
    <p:cSldViewPr>
      <p:cViewPr varScale="1">
        <p:scale>
          <a:sx n="117" d="100"/>
          <a:sy n="117" d="100"/>
        </p:scale>
        <p:origin x="1434" y="10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413A81-F6F4-48F1-9240-6625495FC0FC}" type="datetimeFigureOut">
              <a:rPr lang="es-ES" smtClean="0"/>
              <a:pPr/>
              <a:t>19/11/2025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80AE22-138E-4CE0-8F43-3DD4BBCBCB7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ortada - 1 senc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/>
          <p:nvPr userDrawn="1"/>
        </p:nvSpPr>
        <p:spPr>
          <a:xfrm>
            <a:off x="0" y="1995686"/>
            <a:ext cx="9144000" cy="3147814"/>
          </a:xfrm>
          <a:prstGeom prst="rect">
            <a:avLst/>
          </a:prstGeom>
          <a:solidFill>
            <a:srgbClr val="FF6B00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ctrTitle" hasCustomPrompt="1"/>
          </p:nvPr>
        </p:nvSpPr>
        <p:spPr>
          <a:xfrm>
            <a:off x="251520" y="411511"/>
            <a:ext cx="7772400" cy="720080"/>
          </a:xfrm>
        </p:spPr>
        <p:txBody>
          <a:bodyPr>
            <a:noAutofit/>
          </a:bodyPr>
          <a:lstStyle>
            <a:lvl1pPr algn="l">
              <a:defRPr sz="4000">
                <a:solidFill>
                  <a:srgbClr val="FF6B00"/>
                </a:solidFill>
              </a:defRPr>
            </a:lvl1pPr>
          </a:lstStyle>
          <a:p>
            <a:r>
              <a:rPr lang="es-ES" dirty="0"/>
              <a:t>Título de la presentación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51520" y="1131590"/>
            <a:ext cx="7776864" cy="576064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ES" dirty="0"/>
          </a:p>
        </p:txBody>
      </p:sp>
      <p:pic>
        <p:nvPicPr>
          <p:cNvPr id="6" name="5 Imagen" descr="TICARUM_larga-abajo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732240" y="3939902"/>
            <a:ext cx="2123728" cy="9229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ortada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Resultado de imagen de network background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8 Rectángulo"/>
          <p:cNvSpPr/>
          <p:nvPr userDrawn="1"/>
        </p:nvSpPr>
        <p:spPr>
          <a:xfrm>
            <a:off x="0" y="0"/>
            <a:ext cx="9144000" cy="1995686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6 Rectángulo"/>
          <p:cNvSpPr/>
          <p:nvPr userDrawn="1"/>
        </p:nvSpPr>
        <p:spPr>
          <a:xfrm>
            <a:off x="0" y="1995686"/>
            <a:ext cx="9144000" cy="3147814"/>
          </a:xfrm>
          <a:prstGeom prst="rect">
            <a:avLst/>
          </a:prstGeom>
          <a:solidFill>
            <a:srgbClr val="FF6B00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ctrTitle" hasCustomPrompt="1"/>
          </p:nvPr>
        </p:nvSpPr>
        <p:spPr>
          <a:xfrm>
            <a:off x="251520" y="411511"/>
            <a:ext cx="7772400" cy="720080"/>
          </a:xfrm>
        </p:spPr>
        <p:txBody>
          <a:bodyPr>
            <a:noAutofit/>
          </a:bodyPr>
          <a:lstStyle>
            <a:lvl1pPr algn="l">
              <a:defRPr sz="4000">
                <a:solidFill>
                  <a:srgbClr val="FF6B00"/>
                </a:solidFill>
              </a:defRPr>
            </a:lvl1pPr>
          </a:lstStyle>
          <a:p>
            <a:r>
              <a:rPr lang="es-ES" dirty="0"/>
              <a:t>Título de la presentación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51520" y="1131590"/>
            <a:ext cx="7776864" cy="576064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ES" dirty="0"/>
          </a:p>
        </p:txBody>
      </p:sp>
      <p:pic>
        <p:nvPicPr>
          <p:cNvPr id="6" name="5 Imagen" descr="TICARUM_larga-abajo_blanco-naranja_web_72dpi_transparente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6732240" y="3939902"/>
            <a:ext cx="2123728" cy="9229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/>
          <p:nvPr userDrawn="1"/>
        </p:nvSpPr>
        <p:spPr>
          <a:xfrm>
            <a:off x="0" y="4227934"/>
            <a:ext cx="9144000" cy="91556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11 Marcador de posición de imagen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4227934"/>
          </a:xfrm>
        </p:spPr>
        <p:txBody>
          <a:bodyPr anchor="ctr">
            <a:normAutofit/>
          </a:bodyPr>
          <a:lstStyle>
            <a:lvl1pPr algn="ctr">
              <a:buFontTx/>
              <a:buNone/>
              <a:defRPr sz="1600" i="1">
                <a:solidFill>
                  <a:srgbClr val="F26D28"/>
                </a:solidFill>
              </a:defRPr>
            </a:lvl1pPr>
          </a:lstStyle>
          <a:p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2" name="1 Título"/>
          <p:cNvSpPr>
            <a:spLocks noGrp="1"/>
          </p:cNvSpPr>
          <p:nvPr>
            <p:ph type="ctrTitle" hasCustomPrompt="1"/>
          </p:nvPr>
        </p:nvSpPr>
        <p:spPr>
          <a:xfrm>
            <a:off x="251520" y="411510"/>
            <a:ext cx="5760640" cy="1440159"/>
          </a:xfrm>
          <a:solidFill>
            <a:srgbClr val="FF6B00"/>
          </a:solidFill>
        </p:spPr>
        <p:txBody>
          <a:bodyPr>
            <a:no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presentación con imagen de fondo</a:t>
            </a:r>
          </a:p>
        </p:txBody>
      </p:sp>
      <p:pic>
        <p:nvPicPr>
          <p:cNvPr id="6" name="5 Imagen" descr="TICARUM_corta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80312" y="4421182"/>
            <a:ext cx="1503909" cy="4548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bg>
      <p:bgPr>
        <a:solidFill>
          <a:srgbClr val="FF6B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>
          <a:xfrm>
            <a:off x="1187624" y="1347614"/>
            <a:ext cx="6048672" cy="1872208"/>
          </a:xfrm>
        </p:spPr>
        <p:txBody>
          <a:bodyPr anchor="t">
            <a:noAutofit/>
          </a:bodyPr>
          <a:lstStyle>
            <a:lvl1pPr algn="l">
              <a:defRPr sz="3600" b="1" cap="none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Subtítulo de la Presentación</a:t>
            </a:r>
          </a:p>
        </p:txBody>
      </p:sp>
      <p:sp>
        <p:nvSpPr>
          <p:cNvPr id="13" name="12 Marcador de texto"/>
          <p:cNvSpPr>
            <a:spLocks noGrp="1"/>
          </p:cNvSpPr>
          <p:nvPr>
            <p:ph type="body" sz="quarter" idx="10" hasCustomPrompt="1"/>
          </p:nvPr>
        </p:nvSpPr>
        <p:spPr>
          <a:xfrm>
            <a:off x="1043608" y="195486"/>
            <a:ext cx="1296764" cy="1512515"/>
          </a:xfrm>
        </p:spPr>
        <p:txBody>
          <a:bodyPr>
            <a:noAutofit/>
          </a:bodyPr>
          <a:lstStyle>
            <a:lvl1pPr>
              <a:buNone/>
              <a:defRPr sz="8000">
                <a:solidFill>
                  <a:schemeClr val="bg1"/>
                </a:solidFill>
                <a:latin typeface="Calibri Light" pitchFamily="34" charset="0"/>
              </a:defRPr>
            </a:lvl1pPr>
          </a:lstStyle>
          <a:p>
            <a:pPr lvl="0"/>
            <a:r>
              <a:rPr lang="es-ES" dirty="0"/>
              <a:t>1</a:t>
            </a:r>
          </a:p>
        </p:txBody>
      </p:sp>
      <p:pic>
        <p:nvPicPr>
          <p:cNvPr id="5" name="4 Imagen" descr="TICARUM_corta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80312" y="4421182"/>
            <a:ext cx="1503909" cy="4548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 sz="2400">
                <a:solidFill>
                  <a:srgbClr val="FF6B00"/>
                </a:solidFill>
              </a:defRPr>
            </a:lvl1pPr>
            <a:lvl2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534988" indent="-26670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808038" indent="-268288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1341438" indent="-26035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49D68-D688-459C-87BB-C604575B0110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3" name="12 Rectángulo"/>
          <p:cNvSpPr/>
          <p:nvPr userDrawn="1"/>
        </p:nvSpPr>
        <p:spPr>
          <a:xfrm>
            <a:off x="0" y="0"/>
            <a:ext cx="9144000" cy="91556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1 Título"/>
          <p:cNvSpPr>
            <a:spLocks noGrp="1"/>
          </p:cNvSpPr>
          <p:nvPr>
            <p:ph type="title" hasCustomPrompt="1"/>
          </p:nvPr>
        </p:nvSpPr>
        <p:spPr>
          <a:xfrm>
            <a:off x="457200" y="195486"/>
            <a:ext cx="6923112" cy="216024"/>
          </a:xfrm>
        </p:spPr>
        <p:txBody>
          <a:bodyPr>
            <a:noAutofit/>
          </a:bodyPr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PRESENTACIÓN</a:t>
            </a:r>
          </a:p>
        </p:txBody>
      </p:sp>
      <p:pic>
        <p:nvPicPr>
          <p:cNvPr id="15" name="14 Imagen" descr="TICARUM_corta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80312" y="339502"/>
            <a:ext cx="1503909" cy="454824"/>
          </a:xfrm>
          <a:prstGeom prst="rect">
            <a:avLst/>
          </a:prstGeom>
        </p:spPr>
      </p:pic>
      <p:sp>
        <p:nvSpPr>
          <p:cNvPr id="16" name="1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468313" y="411510"/>
            <a:ext cx="6911975" cy="288032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kumimoji="0" lang="es-ES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defRPr>
            </a:lvl1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SUBTÍTULO DE LA PRESENTACIÓN</a:t>
            </a:r>
          </a:p>
          <a:p>
            <a:pPr lvl="0"/>
            <a:endParaRPr lang="es-E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</p:spPr>
        <p:txBody>
          <a:bodyPr/>
          <a:lstStyle/>
          <a:p>
            <a:fld id="{14749D68-D688-459C-87BB-C604575B0110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5" name="2 Marcador de contenido"/>
          <p:cNvSpPr>
            <a:spLocks noGrp="1"/>
          </p:cNvSpPr>
          <p:nvPr>
            <p:ph idx="10"/>
          </p:nvPr>
        </p:nvSpPr>
        <p:spPr>
          <a:xfrm>
            <a:off x="457200" y="1196950"/>
            <a:ext cx="4042792" cy="3391024"/>
          </a:xfrm>
        </p:spPr>
        <p:txBody>
          <a:bodyPr/>
          <a:lstStyle>
            <a:lvl1pPr marL="0" indent="0">
              <a:buNone/>
              <a:defRPr sz="2400">
                <a:solidFill>
                  <a:srgbClr val="FF6B00"/>
                </a:solidFill>
              </a:defRPr>
            </a:lvl1pPr>
            <a:lvl2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355600" indent="-177800">
              <a:buClr>
                <a:srgbClr val="FF6A00"/>
              </a:buClr>
              <a:tabLst>
                <a:tab pos="355600" algn="l"/>
              </a:tabLst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712788" indent="-17780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1163638" indent="-26035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16" name="2 Marcador de contenido"/>
          <p:cNvSpPr>
            <a:spLocks noGrp="1"/>
          </p:cNvSpPr>
          <p:nvPr>
            <p:ph idx="14"/>
          </p:nvPr>
        </p:nvSpPr>
        <p:spPr>
          <a:xfrm>
            <a:off x="4644008" y="1193000"/>
            <a:ext cx="4032448" cy="3394974"/>
          </a:xfrm>
        </p:spPr>
        <p:txBody>
          <a:bodyPr/>
          <a:lstStyle>
            <a:lvl1pPr marL="0" indent="0">
              <a:buNone/>
              <a:defRPr sz="2400">
                <a:solidFill>
                  <a:srgbClr val="FF6B00"/>
                </a:solidFill>
              </a:defRPr>
            </a:lvl1pPr>
            <a:lvl2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355600" indent="-17780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712788" indent="-17780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1163638" indent="-26035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19" name="18 Rectángulo"/>
          <p:cNvSpPr/>
          <p:nvPr userDrawn="1"/>
        </p:nvSpPr>
        <p:spPr>
          <a:xfrm>
            <a:off x="0" y="0"/>
            <a:ext cx="9144000" cy="91556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1 Título"/>
          <p:cNvSpPr>
            <a:spLocks noGrp="1"/>
          </p:cNvSpPr>
          <p:nvPr>
            <p:ph type="title" hasCustomPrompt="1"/>
          </p:nvPr>
        </p:nvSpPr>
        <p:spPr>
          <a:xfrm>
            <a:off x="457200" y="195486"/>
            <a:ext cx="6923112" cy="216024"/>
          </a:xfrm>
        </p:spPr>
        <p:txBody>
          <a:bodyPr>
            <a:noAutofit/>
          </a:bodyPr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PRESENTACIÓN</a:t>
            </a:r>
          </a:p>
        </p:txBody>
      </p:sp>
      <p:pic>
        <p:nvPicPr>
          <p:cNvPr id="21" name="20 Imagen" descr="TICARUM_corta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80312" y="339502"/>
            <a:ext cx="1503909" cy="454824"/>
          </a:xfrm>
          <a:prstGeom prst="rect">
            <a:avLst/>
          </a:prstGeom>
        </p:spPr>
      </p:pic>
      <p:sp>
        <p:nvSpPr>
          <p:cNvPr id="22" name="11 Marcador de texto"/>
          <p:cNvSpPr>
            <a:spLocks noGrp="1"/>
          </p:cNvSpPr>
          <p:nvPr>
            <p:ph type="body" sz="quarter" idx="15" hasCustomPrompt="1"/>
          </p:nvPr>
        </p:nvSpPr>
        <p:spPr>
          <a:xfrm>
            <a:off x="468313" y="411510"/>
            <a:ext cx="6911975" cy="288032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kumimoji="0" lang="es-ES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defRPr>
            </a:lvl1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SUBTÍTULO DE LA PRESENTACIÓN</a:t>
            </a:r>
          </a:p>
          <a:p>
            <a:pPr lvl="0"/>
            <a:endParaRPr lang="es-E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texto"/>
          <p:cNvSpPr>
            <a:spLocks noGrp="1"/>
          </p:cNvSpPr>
          <p:nvPr>
            <p:ph type="body" idx="1" hasCustomPrompt="1"/>
          </p:nvPr>
        </p:nvSpPr>
        <p:spPr>
          <a:xfrm>
            <a:off x="457200" y="1151335"/>
            <a:ext cx="4040188" cy="479822"/>
          </a:xfr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rgbClr val="FF6B0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Cabecera 1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6" y="1151335"/>
            <a:ext cx="4041775" cy="479822"/>
          </a:xfr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rgbClr val="FF6B0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Cabecera 2</a:t>
            </a:r>
          </a:p>
        </p:txBody>
      </p:sp>
      <p:sp>
        <p:nvSpPr>
          <p:cNvPr id="13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</p:spPr>
        <p:txBody>
          <a:bodyPr/>
          <a:lstStyle/>
          <a:p>
            <a:fld id="{14749D68-D688-459C-87BB-C604575B0110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7" name="16 Rectángulo"/>
          <p:cNvSpPr/>
          <p:nvPr userDrawn="1"/>
        </p:nvSpPr>
        <p:spPr>
          <a:xfrm>
            <a:off x="0" y="0"/>
            <a:ext cx="9144000" cy="91556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1 Título"/>
          <p:cNvSpPr>
            <a:spLocks noGrp="1"/>
          </p:cNvSpPr>
          <p:nvPr>
            <p:ph type="title" hasCustomPrompt="1"/>
          </p:nvPr>
        </p:nvSpPr>
        <p:spPr>
          <a:xfrm>
            <a:off x="457200" y="195486"/>
            <a:ext cx="6923112" cy="216024"/>
          </a:xfrm>
        </p:spPr>
        <p:txBody>
          <a:bodyPr>
            <a:noAutofit/>
          </a:bodyPr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PRESENTACIÓN</a:t>
            </a:r>
          </a:p>
        </p:txBody>
      </p:sp>
      <p:pic>
        <p:nvPicPr>
          <p:cNvPr id="19" name="18 Imagen" descr="TICARUM_corta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80312" y="339502"/>
            <a:ext cx="1503909" cy="454824"/>
          </a:xfrm>
          <a:prstGeom prst="rect">
            <a:avLst/>
          </a:prstGeom>
        </p:spPr>
      </p:pic>
      <p:sp>
        <p:nvSpPr>
          <p:cNvPr id="20" name="11 Marcador de texto"/>
          <p:cNvSpPr>
            <a:spLocks noGrp="1"/>
          </p:cNvSpPr>
          <p:nvPr>
            <p:ph type="body" sz="quarter" idx="14" hasCustomPrompt="1"/>
          </p:nvPr>
        </p:nvSpPr>
        <p:spPr>
          <a:xfrm>
            <a:off x="468313" y="411510"/>
            <a:ext cx="6911975" cy="288032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kumimoji="0" lang="es-ES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defRPr>
            </a:lvl1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SUBTÍTULO DE LA PRESENTACIÓN</a:t>
            </a:r>
          </a:p>
          <a:p>
            <a:pPr lvl="0"/>
            <a:endParaRPr lang="es-ES" dirty="0"/>
          </a:p>
        </p:txBody>
      </p:sp>
      <p:sp>
        <p:nvSpPr>
          <p:cNvPr id="21" name="2 Marcador de contenido"/>
          <p:cNvSpPr>
            <a:spLocks noGrp="1"/>
          </p:cNvSpPr>
          <p:nvPr>
            <p:ph idx="10"/>
          </p:nvPr>
        </p:nvSpPr>
        <p:spPr>
          <a:xfrm>
            <a:off x="457200" y="1635646"/>
            <a:ext cx="4042792" cy="2952328"/>
          </a:xfrm>
        </p:spPr>
        <p:txBody>
          <a:bodyPr/>
          <a:lstStyle>
            <a:lvl1pPr marL="0" indent="0">
              <a:buNone/>
              <a:defRPr sz="2400">
                <a:solidFill>
                  <a:srgbClr val="FF6B00"/>
                </a:solidFill>
              </a:defRPr>
            </a:lvl1pPr>
            <a:lvl2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355600" indent="-177800">
              <a:buClr>
                <a:srgbClr val="FF6A00"/>
              </a:buClr>
              <a:tabLst>
                <a:tab pos="355600" algn="l"/>
              </a:tabLst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712788" indent="-17780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1163638" indent="-26035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22" name="2 Marcador de contenido"/>
          <p:cNvSpPr>
            <a:spLocks noGrp="1"/>
          </p:cNvSpPr>
          <p:nvPr>
            <p:ph idx="15"/>
          </p:nvPr>
        </p:nvSpPr>
        <p:spPr>
          <a:xfrm>
            <a:off x="4644008" y="1632206"/>
            <a:ext cx="4032448" cy="2955767"/>
          </a:xfrm>
        </p:spPr>
        <p:txBody>
          <a:bodyPr/>
          <a:lstStyle>
            <a:lvl1pPr marL="0" indent="0">
              <a:buNone/>
              <a:defRPr sz="2400">
                <a:solidFill>
                  <a:srgbClr val="FF6B00"/>
                </a:solidFill>
              </a:defRPr>
            </a:lvl1pPr>
            <a:lvl2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355600" indent="-17780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712788" indent="-17780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1163638" indent="-26035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Rectángulo"/>
          <p:cNvSpPr/>
          <p:nvPr userDrawn="1"/>
        </p:nvSpPr>
        <p:spPr>
          <a:xfrm>
            <a:off x="0" y="0"/>
            <a:ext cx="3059832" cy="51435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04787"/>
            <a:ext cx="2386607" cy="871538"/>
          </a:xfrm>
        </p:spPr>
        <p:txBody>
          <a:bodyPr anchor="b"/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2386607" cy="3518297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49D68-D688-459C-87BB-C604575B0110}" type="slidenum">
              <a:rPr lang="es-ES" smtClean="0"/>
              <a:pPr/>
              <a:t>‹Nº›</a:t>
            </a:fld>
            <a:endParaRPr lang="es-ES"/>
          </a:p>
        </p:txBody>
      </p:sp>
      <p:pic>
        <p:nvPicPr>
          <p:cNvPr id="9" name="8 Imagen" descr="TICARUM_corta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27584" y="4421182"/>
            <a:ext cx="1503909" cy="454824"/>
          </a:xfrm>
          <a:prstGeom prst="rect">
            <a:avLst/>
          </a:prstGeom>
        </p:spPr>
      </p:pic>
      <p:sp>
        <p:nvSpPr>
          <p:cNvPr id="10" name="2 Marcador de contenido"/>
          <p:cNvSpPr>
            <a:spLocks noGrp="1"/>
          </p:cNvSpPr>
          <p:nvPr>
            <p:ph idx="1"/>
          </p:nvPr>
        </p:nvSpPr>
        <p:spPr>
          <a:xfrm>
            <a:off x="3275856" y="195486"/>
            <a:ext cx="5410944" cy="4399137"/>
          </a:xfrm>
        </p:spPr>
        <p:txBody>
          <a:bodyPr/>
          <a:lstStyle>
            <a:lvl1pPr marL="0" indent="0">
              <a:buNone/>
              <a:defRPr sz="2400">
                <a:solidFill>
                  <a:srgbClr val="FF6B00"/>
                </a:solidFill>
              </a:defRPr>
            </a:lvl1pPr>
            <a:lvl2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534988" indent="-26670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808038" indent="-268288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1341438" indent="-260350">
              <a:buClr>
                <a:srgbClr val="FF6A00"/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solidFill>
          <a:srgbClr val="FF6B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400" b="1" baseline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sección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 hasCustomPrompt="1"/>
          </p:nvPr>
        </p:nvSpPr>
        <p:spPr>
          <a:xfrm>
            <a:off x="1792288" y="459581"/>
            <a:ext cx="5486400" cy="3086100"/>
          </a:xfrm>
        </p:spPr>
        <p:txBody>
          <a:bodyPr>
            <a:normAutofit/>
          </a:bodyPr>
          <a:lstStyle>
            <a:lvl1pPr marL="0" indent="0">
              <a:buNone/>
              <a:defRPr sz="1800" i="1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/>
              <a:t>Imagen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dirty="0"/>
              <a:t>Subtítulo sección</a:t>
            </a:r>
          </a:p>
        </p:txBody>
      </p:sp>
      <p:pic>
        <p:nvPicPr>
          <p:cNvPr id="6" name="5 Imagen" descr="TICARUM_corta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80312" y="4421182"/>
            <a:ext cx="1503909" cy="4548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portada">
    <p:bg>
      <p:bgPr>
        <a:solidFill>
          <a:srgbClr val="FF6B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>
          <a:xfrm>
            <a:off x="1835696" y="627534"/>
            <a:ext cx="5486400" cy="1381746"/>
          </a:xfrm>
        </p:spPr>
        <p:txBody>
          <a:bodyPr anchor="b"/>
          <a:lstStyle>
            <a:lvl1pPr algn="l"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Despedida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 hasCustomPrompt="1"/>
          </p:nvPr>
        </p:nvSpPr>
        <p:spPr>
          <a:xfrm>
            <a:off x="1835696" y="1995686"/>
            <a:ext cx="5486400" cy="603647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dirty="0"/>
              <a:t>Subtítulo despedida</a:t>
            </a:r>
          </a:p>
        </p:txBody>
      </p:sp>
      <p:sp>
        <p:nvSpPr>
          <p:cNvPr id="6" name="2 Marcador de posición de imagen"/>
          <p:cNvSpPr>
            <a:spLocks noGrp="1"/>
          </p:cNvSpPr>
          <p:nvPr>
            <p:ph type="pic" idx="1" hasCustomPrompt="1"/>
          </p:nvPr>
        </p:nvSpPr>
        <p:spPr>
          <a:xfrm>
            <a:off x="1835696" y="2859782"/>
            <a:ext cx="1152128" cy="1152128"/>
          </a:xfrm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/>
              <a:t>Autor</a:t>
            </a:r>
          </a:p>
        </p:txBody>
      </p:sp>
      <p:sp>
        <p:nvSpPr>
          <p:cNvPr id="10" name="9 Marcador de texto"/>
          <p:cNvSpPr>
            <a:spLocks noGrp="1"/>
          </p:cNvSpPr>
          <p:nvPr>
            <p:ph type="body" sz="quarter" idx="10" hasCustomPrompt="1"/>
          </p:nvPr>
        </p:nvSpPr>
        <p:spPr>
          <a:xfrm>
            <a:off x="2987675" y="2859088"/>
            <a:ext cx="4321175" cy="1152525"/>
          </a:xfr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anchor="ctr">
            <a:normAutofit/>
          </a:bodyPr>
          <a:lstStyle>
            <a:lvl1pPr>
              <a:buNone/>
              <a:defRPr sz="16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s-ES" dirty="0"/>
              <a:t>&lt;Nombre y apellidos&gt;</a:t>
            </a:r>
          </a:p>
          <a:p>
            <a:pPr lvl="0"/>
            <a:r>
              <a:rPr lang="es-ES" dirty="0"/>
              <a:t>&lt;Email&gt;</a:t>
            </a:r>
          </a:p>
          <a:p>
            <a:pPr lvl="0"/>
            <a:r>
              <a:rPr lang="es-ES" dirty="0"/>
              <a:t>&lt;Teléfono&gt;</a:t>
            </a:r>
          </a:p>
        </p:txBody>
      </p:sp>
      <p:pic>
        <p:nvPicPr>
          <p:cNvPr id="8" name="7 Imagen" descr="TICARUM_corta_blanco-naranja_web_72dpi_transparent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380312" y="4421182"/>
            <a:ext cx="1503909" cy="45482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3015D-F054-4B71-BB12-316A6A9541BC}" type="datetimeFigureOut">
              <a:rPr lang="es-ES" smtClean="0"/>
              <a:pPr/>
              <a:t>19/11/2025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749D68-D688-459C-87BB-C604575B0110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49" r:id="rId2"/>
    <p:sldLayoutId id="2147483660" r:id="rId3"/>
    <p:sldLayoutId id="2147483651" r:id="rId4"/>
    <p:sldLayoutId id="2147483650" r:id="rId5"/>
    <p:sldLayoutId id="2147483652" r:id="rId6"/>
    <p:sldLayoutId id="2147483653" r:id="rId7"/>
    <p:sldLayoutId id="2147483656" r:id="rId8"/>
    <p:sldLayoutId id="2147483657" r:id="rId9"/>
    <p:sldLayoutId id="2147483661" r:id="rId10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251520" y="411510"/>
            <a:ext cx="7772400" cy="1152128"/>
          </a:xfrm>
        </p:spPr>
        <p:txBody>
          <a:bodyPr/>
          <a:lstStyle/>
          <a:p>
            <a:r>
              <a:rPr lang="es-ES" b="1" dirty="0"/>
              <a:t>Análisis y optimización de consultas en Oracle SQL y PL/SQL </a:t>
            </a:r>
            <a:endParaRPr lang="es-ES" dirty="0"/>
          </a:p>
        </p:txBody>
      </p:sp>
      <p:sp>
        <p:nvSpPr>
          <p:cNvPr id="4" name="4 Título">
            <a:extLst>
              <a:ext uri="{FF2B5EF4-FFF2-40B4-BE49-F238E27FC236}">
                <a16:creationId xmlns:a16="http://schemas.microsoft.com/office/drawing/2014/main" id="{CEA2CD2E-B90F-5078-3BEF-98753350D0D8}"/>
              </a:ext>
            </a:extLst>
          </p:cNvPr>
          <p:cNvSpPr txBox="1">
            <a:spLocks/>
          </p:cNvSpPr>
          <p:nvPr/>
        </p:nvSpPr>
        <p:spPr>
          <a:xfrm>
            <a:off x="252028" y="2067694"/>
            <a:ext cx="2880320" cy="7200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rgbClr val="FF6B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solidFill>
                  <a:schemeClr val="bg1"/>
                </a:solidFill>
              </a:rPr>
              <a:t>Sesión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F90AA-A36D-0698-1CFD-B91FCF9FF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CD4D17EB-BB9C-75A1-58BF-CB459A47A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Sesiones</a:t>
            </a:r>
          </a:p>
          <a:p>
            <a:pPr lvl="2"/>
            <a:r>
              <a:rPr lang="es-ES" dirty="0"/>
              <a:t>Sesión 1 – Conexión y diseño de tablas (2h)</a:t>
            </a:r>
          </a:p>
          <a:p>
            <a:pPr lvl="2"/>
            <a:r>
              <a:rPr lang="es-ES" dirty="0"/>
              <a:t>Sesión 2 – Insertar y consultar datos (2h)</a:t>
            </a:r>
          </a:p>
          <a:p>
            <a:pPr lvl="2"/>
            <a:r>
              <a:rPr lang="es-ES" dirty="0"/>
              <a:t>Sesión 3 – Fundamentos de PL/SQL (2h)</a:t>
            </a:r>
          </a:p>
          <a:p>
            <a:pPr lvl="2"/>
            <a:r>
              <a:rPr lang="es-ES" dirty="0"/>
              <a:t>Sesión 4 – Procedimientos, funciones y paquetes (2h)</a:t>
            </a:r>
          </a:p>
          <a:p>
            <a:pPr lvl="2"/>
            <a:r>
              <a:rPr lang="es-ES" b="1" dirty="0"/>
              <a:t>Sesión 5 – Cursores y operaciones en bloque (2h)</a:t>
            </a:r>
          </a:p>
          <a:p>
            <a:pPr lvl="2"/>
            <a:r>
              <a:rPr lang="es-ES" dirty="0"/>
              <a:t>Sesión 6 – Optimización de consultas (3h)</a:t>
            </a:r>
          </a:p>
          <a:p>
            <a:pPr lvl="2"/>
            <a:r>
              <a:rPr lang="es-ES" dirty="0"/>
              <a:t>Sesión 7 – </a:t>
            </a:r>
            <a:r>
              <a:rPr lang="es-ES" dirty="0" err="1"/>
              <a:t>Triggers</a:t>
            </a:r>
            <a:r>
              <a:rPr lang="es-ES" dirty="0"/>
              <a:t> (1h)</a:t>
            </a:r>
          </a:p>
          <a:p>
            <a:pPr lvl="2"/>
            <a:endParaRPr lang="es-ES" dirty="0"/>
          </a:p>
          <a:p>
            <a:pPr lvl="2"/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E1DB2940-3159-AA88-2A46-762F55B41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9EC34DE5-E61C-8A31-4D73-BAFA907511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 err="1"/>
              <a:t>Indice</a:t>
            </a:r>
            <a:r>
              <a:rPr lang="es-ES" dirty="0"/>
              <a:t> Curso</a:t>
            </a:r>
          </a:p>
        </p:txBody>
      </p:sp>
    </p:spTree>
    <p:extLst>
      <p:ext uri="{BB962C8B-B14F-4D97-AF65-F5344CB8AC3E}">
        <p14:creationId xmlns:p14="http://schemas.microsoft.com/office/powerpoint/2010/main" val="4206735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Cursores</a:t>
            </a:r>
          </a:p>
        </p:txBody>
      </p:sp>
      <p:sp>
        <p:nvSpPr>
          <p:cNvPr id="6" name="5 Marcador de texto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C6369-A869-8C14-CE09-AF72CB39F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3D9DF16D-AB8C-FD2F-2276-0DCFB055AFAF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62E0B999-5ED7-25CD-644E-0E9B731CF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/>
              <a:t>¿Qué es un Cursor?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9EF7F341-61EF-63D2-1F98-D2C4C67B2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73F5462A-B82F-7038-0F62-46058931CD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Inserción de datos con INSERT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F95D7AB-DB55-2E7D-CBB1-93F675AF390F}"/>
              </a:ext>
            </a:extLst>
          </p:cNvPr>
          <p:cNvSpPr txBox="1"/>
          <p:nvPr/>
        </p:nvSpPr>
        <p:spPr>
          <a:xfrm>
            <a:off x="270855" y="1707654"/>
            <a:ext cx="354563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CURSOR </a:t>
            </a:r>
            <a:r>
              <a:rPr lang="en-US" sz="1300" dirty="0" err="1"/>
              <a:t>ejemplo</a:t>
            </a:r>
            <a:r>
              <a:rPr lang="en-US" sz="1300" dirty="0"/>
              <a:t> IS SELECT </a:t>
            </a:r>
            <a:r>
              <a:rPr lang="en-US" sz="1300" dirty="0" err="1"/>
              <a:t>nombre</a:t>
            </a:r>
            <a:r>
              <a:rPr lang="en-US" sz="1300" dirty="0"/>
              <a:t> INTO </a:t>
            </a:r>
            <a:r>
              <a:rPr lang="en-US" sz="1300" dirty="0" err="1"/>
              <a:t>v_nombre</a:t>
            </a:r>
            <a:r>
              <a:rPr lang="en-US" sz="1300" dirty="0"/>
              <a:t> FROM </a:t>
            </a:r>
            <a:r>
              <a:rPr lang="en-US" sz="1300" dirty="0" err="1"/>
              <a:t>empleados</a:t>
            </a:r>
            <a:r>
              <a:rPr lang="en-US" sz="1300" dirty="0"/>
              <a:t> WHERE id = 100;</a:t>
            </a:r>
          </a:p>
          <a:p>
            <a:endParaRPr lang="en-US" sz="14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3B7E47E6-1705-5955-A41B-4574EB96617F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Un cursor es un puntero que permite recorrer y manipular conjuntos de resultados en PL/SQL. Actúa como área de trabajo temporal para operaciones con múltiples filas.</a:t>
            </a:r>
          </a:p>
          <a:p>
            <a:pPr marL="539750" lvl="3" indent="0">
              <a:buFont typeface="Arial" pitchFamily="34" charset="0"/>
              <a:buNone/>
              <a:defRPr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47059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4162F-0F9F-39E2-4804-58A3FAE94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EA9E477D-2F6A-6DDC-0464-AB89967D5B41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A17549D2-AD93-91B7-C7B8-8AC90C670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/>
              <a:t>Cursores Implícitos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E338E8B6-8B96-F76A-22F6-272A19183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50D24675-F98F-E347-C844-32C4413969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Inserción de datos con INSERT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5C1F5D4-07B9-5839-6B49-715DAE75444A}"/>
              </a:ext>
            </a:extLst>
          </p:cNvPr>
          <p:cNvSpPr txBox="1"/>
          <p:nvPr/>
        </p:nvSpPr>
        <p:spPr>
          <a:xfrm>
            <a:off x="270855" y="1707654"/>
            <a:ext cx="3545633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BEGIN</a:t>
            </a:r>
          </a:p>
          <a:p>
            <a:r>
              <a:rPr lang="en-US" sz="1300" dirty="0"/>
              <a:t>    UPDATE </a:t>
            </a:r>
            <a:r>
              <a:rPr lang="en-US" sz="1300" dirty="0" err="1"/>
              <a:t>empleados</a:t>
            </a:r>
            <a:r>
              <a:rPr lang="en-US" sz="1300" dirty="0"/>
              <a:t> SET </a:t>
            </a:r>
            <a:r>
              <a:rPr lang="en-US" sz="1300" dirty="0" err="1"/>
              <a:t>salario</a:t>
            </a:r>
            <a:r>
              <a:rPr lang="en-US" sz="1300" dirty="0"/>
              <a:t> = 5000;</a:t>
            </a:r>
          </a:p>
          <a:p>
            <a:r>
              <a:rPr lang="en-US" sz="1300" dirty="0"/>
              <a:t>    DBMS_OUTPUT.PUT_LINE(SQL%ROWCOUNT || ' </a:t>
            </a:r>
            <a:r>
              <a:rPr lang="en-US" sz="1300" dirty="0" err="1"/>
              <a:t>filas</a:t>
            </a:r>
            <a:r>
              <a:rPr lang="en-US" sz="1300" dirty="0"/>
              <a:t> </a:t>
            </a:r>
            <a:r>
              <a:rPr lang="en-US" sz="1300" dirty="0" err="1"/>
              <a:t>actualizadas</a:t>
            </a:r>
            <a:r>
              <a:rPr lang="en-US" sz="1300" dirty="0"/>
              <a:t>');</a:t>
            </a:r>
          </a:p>
          <a:p>
            <a:r>
              <a:rPr lang="en-US" sz="1300" dirty="0"/>
              <a:t>END;</a:t>
            </a:r>
            <a:endParaRPr lang="en-US" sz="14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EBC407C3-0669-F616-00D7-F3AABA69A412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Oracle crea y gestiona automáticamente estos cursores para sentencias SQL. Atributos útiles: SQL%FOUND, SQL%NOTFOUND, SQL%ROWCOUNT.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08596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E951B-805B-6C51-F863-26754D76A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EA1DD8F1-0AA1-4AFC-532B-BBD162972763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283664C8-242B-F2D3-6FEC-656D48F88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/>
              <a:t>Cursores Explícitos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56217E7C-8EED-C80E-3D15-0EAC060A1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60EEB5AC-2C43-6583-AFD4-F00BDC80A4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Inserción de datos con INSERT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A68CCBE-DFFF-5FE1-5E72-0EB6D9F5F0D8}"/>
              </a:ext>
            </a:extLst>
          </p:cNvPr>
          <p:cNvSpPr txBox="1"/>
          <p:nvPr/>
        </p:nvSpPr>
        <p:spPr>
          <a:xfrm>
            <a:off x="270855" y="1707654"/>
            <a:ext cx="3545633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DECLARE</a:t>
            </a:r>
          </a:p>
          <a:p>
            <a:r>
              <a:rPr lang="en-US" sz="1300" dirty="0"/>
              <a:t>    CURSOR </a:t>
            </a:r>
            <a:r>
              <a:rPr lang="en-US" sz="1300" dirty="0" err="1"/>
              <a:t>c_emp</a:t>
            </a:r>
            <a:r>
              <a:rPr lang="en-US" sz="1300" dirty="0"/>
              <a:t> IS SELECT </a:t>
            </a:r>
            <a:r>
              <a:rPr lang="en-US" sz="1300" dirty="0" err="1"/>
              <a:t>nombre</a:t>
            </a:r>
            <a:r>
              <a:rPr lang="en-US" sz="1300" dirty="0"/>
              <a:t> FROM </a:t>
            </a:r>
            <a:r>
              <a:rPr lang="en-US" sz="1300" dirty="0" err="1"/>
              <a:t>empleados</a:t>
            </a:r>
            <a:r>
              <a:rPr lang="en-US" sz="1300" dirty="0"/>
              <a:t>;</a:t>
            </a:r>
          </a:p>
          <a:p>
            <a:r>
              <a:rPr lang="en-US" sz="1300" dirty="0"/>
              <a:t>BEGIN</a:t>
            </a:r>
          </a:p>
          <a:p>
            <a:r>
              <a:rPr lang="en-US" sz="1300" dirty="0"/>
              <a:t>    FOR reg IN </a:t>
            </a:r>
            <a:r>
              <a:rPr lang="en-US" sz="1300" dirty="0" err="1"/>
              <a:t>c_emp</a:t>
            </a:r>
            <a:r>
              <a:rPr lang="en-US" sz="1300" dirty="0"/>
              <a:t> LOOP</a:t>
            </a:r>
          </a:p>
          <a:p>
            <a:r>
              <a:rPr lang="en-US" sz="1300" dirty="0"/>
              <a:t>        DBMS_OUTPUT.PUT_LINE(</a:t>
            </a:r>
            <a:r>
              <a:rPr lang="en-US" sz="1300" dirty="0" err="1"/>
              <a:t>reg.nombre</a:t>
            </a:r>
            <a:r>
              <a:rPr lang="en-US" sz="1300" dirty="0"/>
              <a:t>);</a:t>
            </a:r>
          </a:p>
          <a:p>
            <a:r>
              <a:rPr lang="en-US" sz="1300" dirty="0"/>
              <a:t>    END LOOP;</a:t>
            </a:r>
          </a:p>
          <a:p>
            <a:r>
              <a:rPr lang="en-US" sz="1300" dirty="0"/>
              <a:t>END;</a:t>
            </a:r>
            <a:endParaRPr lang="en-US" sz="14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755F0677-B0A4-DE0B-2DA3-F1ADB56F86CF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El programador los declara y controla manualmente. Permiten mayor flexibilidad para procesar conjuntos de datos complejos.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36626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B8054-B3B2-4568-C972-F3EC9BF29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27AEBEBF-C320-E8A9-DEDE-A1D291AE550A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26A22D7B-A435-4902-45DE-D90ADB61C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/>
              <a:t>Control Básico de Cursores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8A2083F8-CF10-ED6C-D0D3-330EEA696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1A8501B3-4EE7-1634-BA48-798141C507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Inserción de datos con INSERT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A44AADD-A961-65CC-30EE-81D98EA57855}"/>
              </a:ext>
            </a:extLst>
          </p:cNvPr>
          <p:cNvSpPr txBox="1"/>
          <p:nvPr/>
        </p:nvSpPr>
        <p:spPr>
          <a:xfrm>
            <a:off x="270855" y="1707654"/>
            <a:ext cx="3545633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DECLARE</a:t>
            </a:r>
          </a:p>
          <a:p>
            <a:r>
              <a:rPr lang="en-US" sz="1300" dirty="0"/>
              <a:t>    CURSOR </a:t>
            </a:r>
            <a:r>
              <a:rPr lang="en-US" sz="1300" dirty="0" err="1"/>
              <a:t>c_emp</a:t>
            </a:r>
            <a:r>
              <a:rPr lang="en-US" sz="1300" dirty="0"/>
              <a:t> IS SELECT </a:t>
            </a:r>
            <a:r>
              <a:rPr lang="en-US" sz="1300" dirty="0" err="1"/>
              <a:t>nombre</a:t>
            </a:r>
            <a:r>
              <a:rPr lang="en-US" sz="1300" dirty="0"/>
              <a:t> FROM </a:t>
            </a:r>
            <a:r>
              <a:rPr lang="en-US" sz="1300" dirty="0" err="1"/>
              <a:t>empleados</a:t>
            </a:r>
            <a:r>
              <a:rPr lang="en-US" sz="1300" dirty="0"/>
              <a:t>;</a:t>
            </a:r>
          </a:p>
          <a:p>
            <a:r>
              <a:rPr lang="en-US" sz="1300" dirty="0"/>
              <a:t>    </a:t>
            </a:r>
            <a:r>
              <a:rPr lang="en-US" sz="1300" dirty="0" err="1"/>
              <a:t>v_nombre</a:t>
            </a:r>
            <a:r>
              <a:rPr lang="en-US" sz="1300" dirty="0"/>
              <a:t> </a:t>
            </a:r>
            <a:r>
              <a:rPr lang="en-US" sz="1300" dirty="0" err="1"/>
              <a:t>empleados.nombre%TYPE</a:t>
            </a:r>
            <a:r>
              <a:rPr lang="en-US" sz="1300" dirty="0"/>
              <a:t>;</a:t>
            </a:r>
          </a:p>
          <a:p>
            <a:r>
              <a:rPr lang="en-US" sz="1300" dirty="0"/>
              <a:t>BEGIN</a:t>
            </a:r>
          </a:p>
          <a:p>
            <a:r>
              <a:rPr lang="en-US" sz="1300" dirty="0"/>
              <a:t>    OPEN </a:t>
            </a:r>
            <a:r>
              <a:rPr lang="en-US" sz="1300" dirty="0" err="1"/>
              <a:t>c_emp</a:t>
            </a:r>
            <a:r>
              <a:rPr lang="en-US" sz="1300" dirty="0"/>
              <a:t>;</a:t>
            </a:r>
          </a:p>
          <a:p>
            <a:r>
              <a:rPr lang="en-US" sz="1300" dirty="0"/>
              <a:t>    FETCH </a:t>
            </a:r>
            <a:r>
              <a:rPr lang="en-US" sz="1300" dirty="0" err="1"/>
              <a:t>c_emp</a:t>
            </a:r>
            <a:r>
              <a:rPr lang="en-US" sz="1300" dirty="0"/>
              <a:t> INTO </a:t>
            </a:r>
            <a:r>
              <a:rPr lang="en-US" sz="1300" dirty="0" err="1"/>
              <a:t>v_nombre</a:t>
            </a:r>
            <a:r>
              <a:rPr lang="en-US" sz="1300" dirty="0"/>
              <a:t>;</a:t>
            </a:r>
          </a:p>
          <a:p>
            <a:r>
              <a:rPr lang="en-US" sz="1300" dirty="0"/>
              <a:t>    CLOSE </a:t>
            </a:r>
            <a:r>
              <a:rPr lang="en-US" sz="1300" dirty="0" err="1"/>
              <a:t>c_emp</a:t>
            </a:r>
            <a:r>
              <a:rPr lang="en-US" sz="1300" dirty="0"/>
              <a:t>;</a:t>
            </a:r>
          </a:p>
          <a:p>
            <a:r>
              <a:rPr lang="en-US" sz="1300" dirty="0"/>
              <a:t>END;</a:t>
            </a:r>
            <a:endParaRPr lang="en-US" sz="14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3FF9274D-6779-C800-AB71-E9FD03FAAE14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OPEN: Inicializa el cursor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FETCH: Recupera una fila del cursor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CLOSE: Libera los recursos del cursor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05624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D017B-3D6F-2392-AC65-6A6227778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BBE5A882-0F89-87D9-10A5-9E1662B315CE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FF271B42-86B0-981B-742A-FBD6C05A18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/>
              <a:t>Cursores Parametrizados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909A97B6-F21D-0743-FA5F-23FF0006C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83EE26AD-0B05-5390-A29B-08BC34C591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Inserción de datos con INSERT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7243FAA-F376-1594-0B88-D47FD9F67502}"/>
              </a:ext>
            </a:extLst>
          </p:cNvPr>
          <p:cNvSpPr txBox="1"/>
          <p:nvPr/>
        </p:nvSpPr>
        <p:spPr>
          <a:xfrm>
            <a:off x="270855" y="1707654"/>
            <a:ext cx="3545633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DECLARE</a:t>
            </a:r>
          </a:p>
          <a:p>
            <a:r>
              <a:rPr lang="en-US" sz="1300" dirty="0"/>
              <a:t>    CURSOR </a:t>
            </a:r>
            <a:r>
              <a:rPr lang="en-US" sz="1300" dirty="0" err="1"/>
              <a:t>c_emp</a:t>
            </a:r>
            <a:r>
              <a:rPr lang="en-US" sz="1300" dirty="0"/>
              <a:t>(</a:t>
            </a:r>
            <a:r>
              <a:rPr lang="en-US" sz="1300" dirty="0" err="1"/>
              <a:t>dept_id</a:t>
            </a:r>
            <a:r>
              <a:rPr lang="en-US" sz="1300" dirty="0"/>
              <a:t> NUMBER) IS </a:t>
            </a:r>
          </a:p>
          <a:p>
            <a:r>
              <a:rPr lang="en-US" sz="1300" dirty="0"/>
              <a:t>        SELECT </a:t>
            </a:r>
            <a:r>
              <a:rPr lang="en-US" sz="1300" dirty="0" err="1"/>
              <a:t>nombre</a:t>
            </a:r>
            <a:r>
              <a:rPr lang="en-US" sz="1300" dirty="0"/>
              <a:t> FROM </a:t>
            </a:r>
            <a:r>
              <a:rPr lang="en-US" sz="1300" dirty="0" err="1"/>
              <a:t>empleados</a:t>
            </a:r>
            <a:r>
              <a:rPr lang="en-US" sz="1300" dirty="0"/>
              <a:t> WHERE </a:t>
            </a:r>
            <a:r>
              <a:rPr lang="en-US" sz="1300" dirty="0" err="1"/>
              <a:t>departamento_id</a:t>
            </a:r>
            <a:r>
              <a:rPr lang="en-US" sz="1300" dirty="0"/>
              <a:t> = </a:t>
            </a:r>
            <a:r>
              <a:rPr lang="en-US" sz="1300" dirty="0" err="1"/>
              <a:t>dept_id</a:t>
            </a:r>
            <a:r>
              <a:rPr lang="en-US" sz="1300" dirty="0"/>
              <a:t>;</a:t>
            </a:r>
          </a:p>
          <a:p>
            <a:r>
              <a:rPr lang="en-US" sz="1300" dirty="0"/>
              <a:t>BEGIN</a:t>
            </a:r>
          </a:p>
          <a:p>
            <a:r>
              <a:rPr lang="en-US" sz="1300" dirty="0"/>
              <a:t>    FOR reg IN </a:t>
            </a:r>
            <a:r>
              <a:rPr lang="en-US" sz="1300" dirty="0" err="1"/>
              <a:t>c_emp</a:t>
            </a:r>
            <a:r>
              <a:rPr lang="en-US" sz="1300" dirty="0"/>
              <a:t>(10) LOOP</a:t>
            </a:r>
          </a:p>
          <a:p>
            <a:r>
              <a:rPr lang="en-US" sz="1300" dirty="0"/>
              <a:t>        DBMS_OUTPUT.PUT_LINE(</a:t>
            </a:r>
            <a:r>
              <a:rPr lang="en-US" sz="1300" dirty="0" err="1"/>
              <a:t>reg.nombre</a:t>
            </a:r>
            <a:r>
              <a:rPr lang="en-US" sz="1300" dirty="0"/>
              <a:t>);</a:t>
            </a:r>
          </a:p>
          <a:p>
            <a:r>
              <a:rPr lang="en-US" sz="1300" dirty="0"/>
              <a:t>    END LOOP;</a:t>
            </a:r>
          </a:p>
          <a:p>
            <a:r>
              <a:rPr lang="en-US" sz="1300" dirty="0"/>
              <a:t>END;</a:t>
            </a:r>
            <a:endParaRPr lang="en-US" sz="14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C2F1D5BA-2EA5-9C2A-F6A6-95F84243F50A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Permiten pasar parámetros para filtrar resultados. Útiles para reutilizar lógica de consulta con diferentes valores.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57438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131BF-FFCA-DF90-5A6D-CB5D729E2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648CDA96-FC17-0BC1-D38D-9EB223C82EEE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B2C858CE-4CF7-1750-42F6-884BCE125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/>
              <a:t>BULK COLLECT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7FDCDD69-78F1-79DA-BBDB-CDCAC736E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CB1EDD2D-7B12-5E20-D159-02885E4ABB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Inserción de datos con INSERT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A8E6C64-9431-A371-0587-7C54344FCFA7}"/>
              </a:ext>
            </a:extLst>
          </p:cNvPr>
          <p:cNvSpPr txBox="1"/>
          <p:nvPr/>
        </p:nvSpPr>
        <p:spPr>
          <a:xfrm>
            <a:off x="270855" y="1707654"/>
            <a:ext cx="3545633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DECLARE</a:t>
            </a:r>
          </a:p>
          <a:p>
            <a:r>
              <a:rPr lang="en-US" sz="1300" dirty="0"/>
              <a:t>    TYPE </a:t>
            </a:r>
            <a:r>
              <a:rPr lang="en-US" sz="1300" dirty="0" err="1"/>
              <a:t>t_nombres</a:t>
            </a:r>
            <a:r>
              <a:rPr lang="en-US" sz="1300" dirty="0"/>
              <a:t> IS TABLE OF </a:t>
            </a:r>
            <a:r>
              <a:rPr lang="en-US" sz="1300" dirty="0" err="1"/>
              <a:t>empleados.nombre%TYPE</a:t>
            </a:r>
            <a:r>
              <a:rPr lang="en-US" sz="1300" dirty="0"/>
              <a:t>;</a:t>
            </a:r>
          </a:p>
          <a:p>
            <a:r>
              <a:rPr lang="en-US" sz="1300" dirty="0"/>
              <a:t>    </a:t>
            </a:r>
            <a:r>
              <a:rPr lang="en-US" sz="1300" dirty="0" err="1"/>
              <a:t>v_nombres</a:t>
            </a:r>
            <a:r>
              <a:rPr lang="en-US" sz="1300" dirty="0"/>
              <a:t> </a:t>
            </a:r>
            <a:r>
              <a:rPr lang="en-US" sz="1300" dirty="0" err="1"/>
              <a:t>t_nombres</a:t>
            </a:r>
            <a:r>
              <a:rPr lang="en-US" sz="1300" dirty="0"/>
              <a:t>;</a:t>
            </a:r>
          </a:p>
          <a:p>
            <a:r>
              <a:rPr lang="en-US" sz="1300" dirty="0"/>
              <a:t>BEGIN</a:t>
            </a:r>
          </a:p>
          <a:p>
            <a:r>
              <a:rPr lang="en-US" sz="1300" dirty="0"/>
              <a:t>    SELECT </a:t>
            </a:r>
            <a:r>
              <a:rPr lang="en-US" sz="1300" dirty="0" err="1"/>
              <a:t>nombre</a:t>
            </a:r>
            <a:r>
              <a:rPr lang="en-US" sz="1300" dirty="0"/>
              <a:t> BULK COLLECT INTO </a:t>
            </a:r>
            <a:r>
              <a:rPr lang="en-US" sz="1300" dirty="0" err="1"/>
              <a:t>v_nombres</a:t>
            </a:r>
            <a:r>
              <a:rPr lang="en-US" sz="1300" dirty="0"/>
              <a:t> FROM </a:t>
            </a:r>
            <a:r>
              <a:rPr lang="en-US" sz="1300" dirty="0" err="1"/>
              <a:t>empleados</a:t>
            </a:r>
            <a:r>
              <a:rPr lang="en-US" sz="1300" dirty="0"/>
              <a:t>;</a:t>
            </a:r>
          </a:p>
          <a:p>
            <a:r>
              <a:rPr lang="en-US" sz="1300" dirty="0"/>
              <a:t>END;</a:t>
            </a:r>
            <a:endParaRPr lang="en-US" sz="14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03CDEC2E-40DF-7E9F-3CFE-9F9183393B45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Recupera múltiples filas en una sola operación, reduciendo cambios de contexto entre SQL y PL/SQL. Mejora significativamente el rendimiento.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98758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6BEC6-C6D3-3554-828D-C48CF7056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F396FB48-0F94-6A1F-232F-315A6B782571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7FFDF3D2-6901-EFCB-23DD-C57F8A1F8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/>
              <a:t>FORALL - Inserción/Actualización Masiva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5C223937-7668-AA9F-0939-3E03A8DB4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87354FCD-EDA2-FFDA-D2EB-42984B5DA7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Inserción de datos con INSERT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6A79DEC-3683-15CF-38FF-87A934C4E702}"/>
              </a:ext>
            </a:extLst>
          </p:cNvPr>
          <p:cNvSpPr txBox="1"/>
          <p:nvPr/>
        </p:nvSpPr>
        <p:spPr>
          <a:xfrm>
            <a:off x="270855" y="1707654"/>
            <a:ext cx="3545633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DECLARE</a:t>
            </a:r>
          </a:p>
          <a:p>
            <a:r>
              <a:rPr lang="en-US" sz="1300" dirty="0"/>
              <a:t>    TYPE </a:t>
            </a:r>
            <a:r>
              <a:rPr lang="en-US" sz="1300" dirty="0" err="1"/>
              <a:t>t_ids</a:t>
            </a:r>
            <a:r>
              <a:rPr lang="en-US" sz="1300" dirty="0"/>
              <a:t> IS TABLE OF NUMBER;</a:t>
            </a:r>
          </a:p>
          <a:p>
            <a:r>
              <a:rPr lang="en-US" sz="1300" dirty="0"/>
              <a:t>    </a:t>
            </a:r>
            <a:r>
              <a:rPr lang="en-US" sz="1300" dirty="0" err="1"/>
              <a:t>v_ids</a:t>
            </a:r>
            <a:r>
              <a:rPr lang="en-US" sz="1300" dirty="0"/>
              <a:t> </a:t>
            </a:r>
            <a:r>
              <a:rPr lang="en-US" sz="1300" dirty="0" err="1"/>
              <a:t>t_ids</a:t>
            </a:r>
            <a:r>
              <a:rPr lang="en-US" sz="1300" dirty="0"/>
              <a:t> := </a:t>
            </a:r>
            <a:r>
              <a:rPr lang="en-US" sz="1300" dirty="0" err="1"/>
              <a:t>t_ids</a:t>
            </a:r>
            <a:r>
              <a:rPr lang="en-US" sz="1300" dirty="0"/>
              <a:t>(1,2,3,4,5);</a:t>
            </a:r>
          </a:p>
          <a:p>
            <a:r>
              <a:rPr lang="en-US" sz="1300" dirty="0"/>
              <a:t>BEGIN</a:t>
            </a:r>
          </a:p>
          <a:p>
            <a:r>
              <a:rPr lang="en-US" sz="1300" dirty="0"/>
              <a:t>    FORALL </a:t>
            </a:r>
            <a:r>
              <a:rPr lang="en-US" sz="1300" dirty="0" err="1"/>
              <a:t>i</a:t>
            </a:r>
            <a:r>
              <a:rPr lang="en-US" sz="1300" dirty="0"/>
              <a:t> IN v_ids.FIRST..</a:t>
            </a:r>
            <a:r>
              <a:rPr lang="en-US" sz="1300" dirty="0" err="1"/>
              <a:t>v_ids.LAST</a:t>
            </a:r>
            <a:endParaRPr lang="en-US" sz="1300" dirty="0"/>
          </a:p>
          <a:p>
            <a:r>
              <a:rPr lang="en-US" sz="1300" dirty="0"/>
              <a:t>        UPDATE </a:t>
            </a:r>
            <a:r>
              <a:rPr lang="en-US" sz="1300" dirty="0" err="1"/>
              <a:t>empleados</a:t>
            </a:r>
            <a:r>
              <a:rPr lang="en-US" sz="1300" dirty="0"/>
              <a:t> SET </a:t>
            </a:r>
            <a:r>
              <a:rPr lang="en-US" sz="1300" dirty="0" err="1"/>
              <a:t>salario</a:t>
            </a:r>
            <a:r>
              <a:rPr lang="en-US" sz="1300" dirty="0"/>
              <a:t> = </a:t>
            </a:r>
            <a:r>
              <a:rPr lang="en-US" sz="1300" dirty="0" err="1"/>
              <a:t>salario</a:t>
            </a:r>
            <a:r>
              <a:rPr lang="en-US" sz="1300" dirty="0"/>
              <a:t> * 1.1 WHERE id = </a:t>
            </a:r>
            <a:r>
              <a:rPr lang="en-US" sz="1300" dirty="0" err="1"/>
              <a:t>v_ids</a:t>
            </a:r>
            <a:r>
              <a:rPr lang="en-US" sz="1300" dirty="0"/>
              <a:t>(</a:t>
            </a:r>
            <a:r>
              <a:rPr lang="en-US" sz="1300" dirty="0" err="1"/>
              <a:t>i</a:t>
            </a:r>
            <a:r>
              <a:rPr lang="en-US" sz="1300" dirty="0"/>
              <a:t>);</a:t>
            </a:r>
          </a:p>
          <a:p>
            <a:r>
              <a:rPr lang="en-US" sz="1300" dirty="0"/>
              <a:t>END;</a:t>
            </a:r>
            <a:endParaRPr lang="en-US" sz="14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1C793397-F9E7-6797-87AA-0B36E9DB9DC2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Ejecuta operaciones DML en lote. Procesa todas las filas en una sola transacción, mejorando el rendimiento en operaciones masivas.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99164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3B887-08E8-4C6B-F941-5DE96DD14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AC33D3BC-F7BD-8403-7164-07A29275A254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5C30507C-24BC-BE90-6E72-CC8C8D872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/>
              <a:t>FORALL - Inserción/Actualización Masiva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E12BBE8C-84E8-7F0B-33CF-506B2C13E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EFDE20BA-7C41-F935-840C-32EA11DBCC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Inserción de datos con INSERT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C27C187-15EA-433E-2790-15D5D6DD9516}"/>
              </a:ext>
            </a:extLst>
          </p:cNvPr>
          <p:cNvSpPr txBox="1"/>
          <p:nvPr/>
        </p:nvSpPr>
        <p:spPr>
          <a:xfrm>
            <a:off x="270855" y="1707654"/>
            <a:ext cx="3545633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DECLARE</a:t>
            </a:r>
          </a:p>
          <a:p>
            <a:r>
              <a:rPr lang="en-US" sz="1300" dirty="0"/>
              <a:t>    TYPE </a:t>
            </a:r>
            <a:r>
              <a:rPr lang="en-US" sz="1300" dirty="0" err="1"/>
              <a:t>t_ids</a:t>
            </a:r>
            <a:r>
              <a:rPr lang="en-US" sz="1300" dirty="0"/>
              <a:t> IS TABLE OF NUMBER;</a:t>
            </a:r>
          </a:p>
          <a:p>
            <a:r>
              <a:rPr lang="en-US" sz="1300" dirty="0"/>
              <a:t>    </a:t>
            </a:r>
            <a:r>
              <a:rPr lang="en-US" sz="1300" dirty="0" err="1"/>
              <a:t>v_ids</a:t>
            </a:r>
            <a:r>
              <a:rPr lang="en-US" sz="1300" dirty="0"/>
              <a:t> </a:t>
            </a:r>
            <a:r>
              <a:rPr lang="en-US" sz="1300" dirty="0" err="1"/>
              <a:t>t_ids</a:t>
            </a:r>
            <a:r>
              <a:rPr lang="en-US" sz="1300" dirty="0"/>
              <a:t> := </a:t>
            </a:r>
            <a:r>
              <a:rPr lang="en-US" sz="1300" dirty="0" err="1"/>
              <a:t>t_ids</a:t>
            </a:r>
            <a:r>
              <a:rPr lang="en-US" sz="1300" dirty="0"/>
              <a:t>(1,2,3,4,5);</a:t>
            </a:r>
          </a:p>
          <a:p>
            <a:r>
              <a:rPr lang="en-US" sz="1300" dirty="0"/>
              <a:t>BEGIN</a:t>
            </a:r>
          </a:p>
          <a:p>
            <a:r>
              <a:rPr lang="en-US" sz="1300" dirty="0"/>
              <a:t>    FORALL </a:t>
            </a:r>
            <a:r>
              <a:rPr lang="en-US" sz="1300" dirty="0" err="1"/>
              <a:t>i</a:t>
            </a:r>
            <a:r>
              <a:rPr lang="en-US" sz="1300" dirty="0"/>
              <a:t> IN v_ids.FIRST..</a:t>
            </a:r>
            <a:r>
              <a:rPr lang="en-US" sz="1300" dirty="0" err="1"/>
              <a:t>v_ids.LAST</a:t>
            </a:r>
            <a:endParaRPr lang="en-US" sz="1300" dirty="0"/>
          </a:p>
          <a:p>
            <a:r>
              <a:rPr lang="en-US" sz="1300" dirty="0"/>
              <a:t>        UPDATE </a:t>
            </a:r>
            <a:r>
              <a:rPr lang="en-US" sz="1300" dirty="0" err="1"/>
              <a:t>empleados</a:t>
            </a:r>
            <a:r>
              <a:rPr lang="en-US" sz="1300" dirty="0"/>
              <a:t> SET </a:t>
            </a:r>
            <a:r>
              <a:rPr lang="en-US" sz="1300" dirty="0" err="1"/>
              <a:t>salario</a:t>
            </a:r>
            <a:r>
              <a:rPr lang="en-US" sz="1300" dirty="0"/>
              <a:t> = </a:t>
            </a:r>
            <a:r>
              <a:rPr lang="en-US" sz="1300" dirty="0" err="1"/>
              <a:t>salario</a:t>
            </a:r>
            <a:r>
              <a:rPr lang="en-US" sz="1300" dirty="0"/>
              <a:t> * 1.1 WHERE id = </a:t>
            </a:r>
            <a:r>
              <a:rPr lang="en-US" sz="1300" dirty="0" err="1"/>
              <a:t>v_ids</a:t>
            </a:r>
            <a:r>
              <a:rPr lang="en-US" sz="1300" dirty="0"/>
              <a:t>(</a:t>
            </a:r>
            <a:r>
              <a:rPr lang="en-US" sz="1300" dirty="0" err="1"/>
              <a:t>i</a:t>
            </a:r>
            <a:r>
              <a:rPr lang="en-US" sz="1300" dirty="0"/>
              <a:t>);</a:t>
            </a:r>
          </a:p>
          <a:p>
            <a:r>
              <a:rPr lang="en-US" sz="1300" dirty="0"/>
              <a:t>END;</a:t>
            </a:r>
            <a:endParaRPr lang="en-US" sz="14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200973B7-9638-19DA-D244-5BD64D2782E1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Ejecuta operaciones DML en lote. Procesa todas las filas en una sola transacción, mejorando el rendimiento en operaciones masivas.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39326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FC356-C6FD-EEBF-7BB2-B68BEEE66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97FFAA38-B183-235B-F516-813974B39862}"/>
              </a:ext>
            </a:extLst>
          </p:cNvPr>
          <p:cNvSpPr/>
          <p:nvPr/>
        </p:nvSpPr>
        <p:spPr>
          <a:xfrm>
            <a:off x="261636" y="1275606"/>
            <a:ext cx="366229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F0FADE25-7B96-5665-77A2-5566C2DED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/>
              <a:t>Combinación BULK COLLECT y FORALL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308F3720-999C-9852-081E-2CD6DF193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4F1D8EBE-AC6F-EBFD-DA68-4E58688DB3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Inserción de datos con INSERT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AA12741-40C1-0DB8-EC6A-28C25964AFCA}"/>
              </a:ext>
            </a:extLst>
          </p:cNvPr>
          <p:cNvSpPr txBox="1"/>
          <p:nvPr/>
        </p:nvSpPr>
        <p:spPr>
          <a:xfrm>
            <a:off x="270855" y="1707654"/>
            <a:ext cx="3545633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DECLARE</a:t>
            </a:r>
          </a:p>
          <a:p>
            <a:r>
              <a:rPr lang="en-US" sz="1300" dirty="0"/>
              <a:t>    TYPE </a:t>
            </a:r>
            <a:r>
              <a:rPr lang="en-US" sz="1300" dirty="0" err="1"/>
              <a:t>t_emp</a:t>
            </a:r>
            <a:r>
              <a:rPr lang="en-US" sz="1300" dirty="0"/>
              <a:t> IS TABLE OF </a:t>
            </a:r>
            <a:r>
              <a:rPr lang="en-US" sz="1300" dirty="0" err="1"/>
              <a:t>empleados%ROWTYPE</a:t>
            </a:r>
            <a:r>
              <a:rPr lang="en-US" sz="1300" dirty="0"/>
              <a:t>;</a:t>
            </a:r>
          </a:p>
          <a:p>
            <a:r>
              <a:rPr lang="en-US" sz="1300" dirty="0"/>
              <a:t>    </a:t>
            </a:r>
            <a:r>
              <a:rPr lang="en-US" sz="1300" dirty="0" err="1"/>
              <a:t>v_empleados</a:t>
            </a:r>
            <a:r>
              <a:rPr lang="en-US" sz="1300" dirty="0"/>
              <a:t> </a:t>
            </a:r>
            <a:r>
              <a:rPr lang="en-US" sz="1300" dirty="0" err="1"/>
              <a:t>t_emp</a:t>
            </a:r>
            <a:r>
              <a:rPr lang="en-US" sz="1300" dirty="0"/>
              <a:t>;</a:t>
            </a:r>
          </a:p>
          <a:p>
            <a:r>
              <a:rPr lang="en-US" sz="1300" dirty="0"/>
              <a:t>BEGIN</a:t>
            </a:r>
          </a:p>
          <a:p>
            <a:r>
              <a:rPr lang="en-US" sz="1300" dirty="0"/>
              <a:t>    SELECT * BULK COLLECT INTO </a:t>
            </a:r>
            <a:r>
              <a:rPr lang="en-US" sz="1300" dirty="0" err="1"/>
              <a:t>v_empleados</a:t>
            </a:r>
            <a:r>
              <a:rPr lang="en-US" sz="1300" dirty="0"/>
              <a:t> FROM </a:t>
            </a:r>
            <a:r>
              <a:rPr lang="en-US" sz="1300" dirty="0" err="1"/>
              <a:t>empleados</a:t>
            </a:r>
            <a:r>
              <a:rPr lang="en-US" sz="1300" dirty="0"/>
              <a:t>;</a:t>
            </a:r>
          </a:p>
          <a:p>
            <a:r>
              <a:rPr lang="en-US" sz="1300" dirty="0"/>
              <a:t>    </a:t>
            </a:r>
          </a:p>
          <a:p>
            <a:r>
              <a:rPr lang="en-US" sz="1300" dirty="0"/>
              <a:t>    FORALL </a:t>
            </a:r>
            <a:r>
              <a:rPr lang="en-US" sz="1300" dirty="0" err="1"/>
              <a:t>i</a:t>
            </a:r>
            <a:r>
              <a:rPr lang="en-US" sz="1300" dirty="0"/>
              <a:t> IN 1..v_empleados.COUNT</a:t>
            </a:r>
          </a:p>
          <a:p>
            <a:r>
              <a:rPr lang="en-US" sz="1300" dirty="0"/>
              <a:t>        INSERT INTO </a:t>
            </a:r>
            <a:r>
              <a:rPr lang="en-US" sz="1300" dirty="0" err="1"/>
              <a:t>empleados_historial</a:t>
            </a:r>
            <a:r>
              <a:rPr lang="en-US" sz="1300" dirty="0"/>
              <a:t> VALUES </a:t>
            </a:r>
            <a:r>
              <a:rPr lang="en-US" sz="1300" dirty="0" err="1"/>
              <a:t>v_empleados</a:t>
            </a:r>
            <a:r>
              <a:rPr lang="en-US" sz="1300" dirty="0"/>
              <a:t>(</a:t>
            </a:r>
            <a:r>
              <a:rPr lang="en-US" sz="1300" dirty="0" err="1"/>
              <a:t>i</a:t>
            </a:r>
            <a:r>
              <a:rPr lang="en-US" sz="1300" dirty="0"/>
              <a:t>);</a:t>
            </a:r>
          </a:p>
          <a:p>
            <a:r>
              <a:rPr lang="en-US" sz="1300" dirty="0"/>
              <a:t>END;</a:t>
            </a:r>
            <a:endParaRPr lang="en-US" sz="14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9DDCFCF8-A7F9-1A6C-30A5-A4FB6BF2BBCA}"/>
              </a:ext>
            </a:extLst>
          </p:cNvPr>
          <p:cNvSpPr txBox="1">
            <a:spLocks/>
          </p:cNvSpPr>
          <p:nvPr/>
        </p:nvSpPr>
        <p:spPr>
          <a:xfrm>
            <a:off x="3971490" y="1306682"/>
            <a:ext cx="5172510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La combinación de ambas técnicas permite el procesamiento óptimo de grandes volúmenes de datos, minimizando la sobrecarga de comunicación.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61957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4E90D-E03F-BD5F-2A7B-1B0D1AEA5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D8972C0D-F121-F0B3-80CE-B60D33E351EA}"/>
              </a:ext>
            </a:extLst>
          </p:cNvPr>
          <p:cNvSpPr/>
          <p:nvPr/>
        </p:nvSpPr>
        <p:spPr>
          <a:xfrm>
            <a:off x="261636" y="1275606"/>
            <a:ext cx="4742412" cy="36724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Marcador de contenido">
            <a:extLst>
              <a:ext uri="{FF2B5EF4-FFF2-40B4-BE49-F238E27FC236}">
                <a16:creationId xmlns:a16="http://schemas.microsoft.com/office/drawing/2014/main" id="{5AF4C45A-AC74-8336-168C-02FA70F15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5567"/>
            <a:ext cx="8579296" cy="360040"/>
          </a:xfrm>
        </p:spPr>
        <p:txBody>
          <a:bodyPr>
            <a:normAutofit fontScale="47500" lnSpcReduction="20000"/>
          </a:bodyPr>
          <a:lstStyle/>
          <a:p>
            <a:r>
              <a:rPr lang="es-ES" sz="4200" dirty="0"/>
              <a:t>Recomendaciones de Uso</a:t>
            </a:r>
            <a:endParaRPr lang="es-ES" dirty="0"/>
          </a:p>
        </p:txBody>
      </p:sp>
      <p:sp>
        <p:nvSpPr>
          <p:cNvPr id="4" name="3 Título">
            <a:extLst>
              <a:ext uri="{FF2B5EF4-FFF2-40B4-BE49-F238E27FC236}">
                <a16:creationId xmlns:a16="http://schemas.microsoft.com/office/drawing/2014/main" id="{44CE02BD-7AA6-32D6-D31E-3DB7A5F7A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Análisis y optimización de consultas en Oracle SQL y PL/SQL</a:t>
            </a:r>
            <a:endParaRPr lang="es-ES" dirty="0"/>
          </a:p>
        </p:txBody>
      </p:sp>
      <p:sp>
        <p:nvSpPr>
          <p:cNvPr id="8" name="7 Marcador de texto">
            <a:extLst>
              <a:ext uri="{FF2B5EF4-FFF2-40B4-BE49-F238E27FC236}">
                <a16:creationId xmlns:a16="http://schemas.microsoft.com/office/drawing/2014/main" id="{1154D232-D2D4-ECD2-C200-00C0BFA7B4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Inserción de datos con INSERT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AF83B43-4323-4B47-30CC-AA6AD41CE42C}"/>
              </a:ext>
            </a:extLst>
          </p:cNvPr>
          <p:cNvSpPr txBox="1"/>
          <p:nvPr/>
        </p:nvSpPr>
        <p:spPr>
          <a:xfrm>
            <a:off x="244804" y="1308000"/>
            <a:ext cx="474241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/>
              <a:t>DECLARE</a:t>
            </a:r>
          </a:p>
          <a:p>
            <a:r>
              <a:rPr lang="en-US" sz="1300" dirty="0"/>
              <a:t>    TYPE </a:t>
            </a:r>
            <a:r>
              <a:rPr lang="en-US" sz="1300" dirty="0" err="1"/>
              <a:t>t_emp</a:t>
            </a:r>
            <a:r>
              <a:rPr lang="en-US" sz="1300" dirty="0"/>
              <a:t> IS TABLE OF </a:t>
            </a:r>
            <a:r>
              <a:rPr lang="en-US" sz="1300" dirty="0" err="1"/>
              <a:t>empleados%ROWTYPE</a:t>
            </a:r>
            <a:r>
              <a:rPr lang="en-US" sz="1300" dirty="0"/>
              <a:t>;</a:t>
            </a:r>
          </a:p>
          <a:p>
            <a:r>
              <a:rPr lang="en-US" sz="1300" dirty="0"/>
              <a:t>    </a:t>
            </a:r>
            <a:r>
              <a:rPr lang="en-US" sz="1300" dirty="0" err="1"/>
              <a:t>v_empleados</a:t>
            </a:r>
            <a:r>
              <a:rPr lang="en-US" sz="1300" dirty="0"/>
              <a:t> </a:t>
            </a:r>
            <a:r>
              <a:rPr lang="en-US" sz="1300" dirty="0" err="1"/>
              <a:t>t_emp</a:t>
            </a:r>
            <a:r>
              <a:rPr lang="en-US" sz="1300" dirty="0"/>
              <a:t>;</a:t>
            </a:r>
          </a:p>
          <a:p>
            <a:r>
              <a:rPr lang="en-US" sz="1300" dirty="0"/>
              <a:t>    CURSOR </a:t>
            </a:r>
            <a:r>
              <a:rPr lang="en-US" sz="1300" dirty="0" err="1"/>
              <a:t>c_actualizaciones</a:t>
            </a:r>
            <a:r>
              <a:rPr lang="en-US" sz="1300" dirty="0"/>
              <a:t> IS </a:t>
            </a:r>
          </a:p>
          <a:p>
            <a:r>
              <a:rPr lang="en-US" sz="1300" dirty="0"/>
              <a:t>        SELECT * FROM </a:t>
            </a:r>
            <a:r>
              <a:rPr lang="en-US" sz="1300" dirty="0" err="1"/>
              <a:t>empleados</a:t>
            </a:r>
            <a:r>
              <a:rPr lang="en-US" sz="1300" dirty="0"/>
              <a:t> WHERE </a:t>
            </a:r>
            <a:r>
              <a:rPr lang="en-US" sz="1300" dirty="0" err="1"/>
              <a:t>salario</a:t>
            </a:r>
            <a:r>
              <a:rPr lang="en-US" sz="1300" dirty="0"/>
              <a:t> &lt; 3000;</a:t>
            </a:r>
          </a:p>
          <a:p>
            <a:r>
              <a:rPr lang="en-US" sz="1300" dirty="0"/>
              <a:t>BEGIN</a:t>
            </a:r>
          </a:p>
          <a:p>
            <a:r>
              <a:rPr lang="en-US" sz="1300" dirty="0"/>
              <a:t>    OPEN </a:t>
            </a:r>
            <a:r>
              <a:rPr lang="en-US" sz="1300" dirty="0" err="1"/>
              <a:t>c_actualizaciones</a:t>
            </a:r>
            <a:r>
              <a:rPr lang="en-US" sz="1300" dirty="0"/>
              <a:t>;</a:t>
            </a:r>
          </a:p>
          <a:p>
            <a:r>
              <a:rPr lang="en-US" sz="1300" dirty="0"/>
              <a:t>    LOOP</a:t>
            </a:r>
          </a:p>
          <a:p>
            <a:r>
              <a:rPr lang="en-US" sz="1300" dirty="0"/>
              <a:t>        FETCH </a:t>
            </a:r>
            <a:r>
              <a:rPr lang="en-US" sz="1300" dirty="0" err="1"/>
              <a:t>c_actualizaciones</a:t>
            </a:r>
            <a:r>
              <a:rPr lang="en-US" sz="1300" dirty="0"/>
              <a:t> BULK COLLECT INTO </a:t>
            </a:r>
            <a:r>
              <a:rPr lang="en-US" sz="1300" dirty="0" err="1"/>
              <a:t>v_empleados</a:t>
            </a:r>
            <a:r>
              <a:rPr lang="en-US" sz="1300" dirty="0"/>
              <a:t> LIMIT 1000;</a:t>
            </a:r>
          </a:p>
          <a:p>
            <a:r>
              <a:rPr lang="en-US" sz="1300" dirty="0"/>
              <a:t>        EXIT WHEN </a:t>
            </a:r>
            <a:r>
              <a:rPr lang="en-US" sz="1300" dirty="0" err="1"/>
              <a:t>v_empleados.COUNT</a:t>
            </a:r>
            <a:r>
              <a:rPr lang="en-US" sz="1300" dirty="0"/>
              <a:t> = 0;</a:t>
            </a:r>
          </a:p>
          <a:p>
            <a:r>
              <a:rPr lang="en-US" sz="1300" dirty="0"/>
              <a:t>        </a:t>
            </a:r>
          </a:p>
          <a:p>
            <a:r>
              <a:rPr lang="en-US" sz="1300" dirty="0"/>
              <a:t>        FORALL </a:t>
            </a:r>
            <a:r>
              <a:rPr lang="en-US" sz="1300" dirty="0" err="1"/>
              <a:t>i</a:t>
            </a:r>
            <a:r>
              <a:rPr lang="en-US" sz="1300" dirty="0"/>
              <a:t> IN 1..v_empleados.COUNT</a:t>
            </a:r>
          </a:p>
          <a:p>
            <a:r>
              <a:rPr lang="en-US" sz="1300" dirty="0"/>
              <a:t>            UPDATE .</a:t>
            </a:r>
          </a:p>
          <a:p>
            <a:r>
              <a:rPr lang="en-US" sz="1300" dirty="0"/>
              <a:t>    END LOOP;</a:t>
            </a:r>
          </a:p>
          <a:p>
            <a:r>
              <a:rPr lang="en-US" sz="1300" dirty="0"/>
              <a:t>    CLOSE </a:t>
            </a:r>
            <a:r>
              <a:rPr lang="en-US" sz="1300" dirty="0" err="1"/>
              <a:t>c_actualizaciones</a:t>
            </a:r>
            <a:r>
              <a:rPr lang="en-US" sz="1300" dirty="0"/>
              <a:t>;</a:t>
            </a:r>
          </a:p>
          <a:p>
            <a:r>
              <a:rPr lang="en-US" sz="1300" dirty="0"/>
              <a:t>    COMMIT;</a:t>
            </a:r>
          </a:p>
          <a:p>
            <a:r>
              <a:rPr lang="en-US" sz="1300" dirty="0"/>
              <a:t>END;</a:t>
            </a:r>
            <a:endParaRPr lang="en-US" sz="1400" dirty="0"/>
          </a:p>
        </p:txBody>
      </p:sp>
      <p:sp>
        <p:nvSpPr>
          <p:cNvPr id="9" name="4 Marcador de contenido">
            <a:extLst>
              <a:ext uri="{FF2B5EF4-FFF2-40B4-BE49-F238E27FC236}">
                <a16:creationId xmlns:a16="http://schemas.microsoft.com/office/drawing/2014/main" id="{CA630168-6E32-F900-F98A-0344CFAF209F}"/>
              </a:ext>
            </a:extLst>
          </p:cNvPr>
          <p:cNvSpPr txBox="1">
            <a:spLocks/>
          </p:cNvSpPr>
          <p:nvPr/>
        </p:nvSpPr>
        <p:spPr>
          <a:xfrm>
            <a:off x="5076056" y="1306682"/>
            <a:ext cx="4067944" cy="3569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rgbClr val="FF6B00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34988" indent="-26670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•"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8038" indent="-268288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–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1438" indent="-260350" algn="l" defTabSz="914400" rtl="0" eaLnBrk="1" latinLnBrk="0" hangingPunct="1">
              <a:spcBef>
                <a:spcPct val="20000"/>
              </a:spcBef>
              <a:buClr>
                <a:srgbClr val="FF6A00"/>
              </a:buClr>
              <a:buFont typeface="Arial" pitchFamily="34" charset="0"/>
              <a:buChar char="»"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Usar BULK COLLECT con LIMIT para grandes </a:t>
            </a:r>
            <a:r>
              <a:rPr lang="es-ES" sz="1800" dirty="0" err="1"/>
              <a:t>datasets</a:t>
            </a:r>
            <a:endParaRPr lang="es-ES" sz="18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Siempre cerrar cursores explícitos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Preferir cursores implícitos cuando sea posible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1800" dirty="0"/>
              <a:t>Usar FORALL para operaciones DML masivas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71664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¡Muchas 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ntilla TICARUM 2017 v1.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 TICARUM 2017 v1.1</Template>
  <TotalTime>6372</TotalTime>
  <Words>1048</Words>
  <Application>Microsoft Office PowerPoint</Application>
  <PresentationFormat>Presentación en pantalla (16:9)</PresentationFormat>
  <Paragraphs>134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Plantilla TICARUM 2017 v1.0</vt:lpstr>
      <vt:lpstr>Análisis y optimización de consultas en Oracle SQL y PL/SQL </vt:lpstr>
      <vt:lpstr>Análisis y optimización de consultas en Oracle SQL y PL/SQL</vt:lpstr>
      <vt:lpstr>Cursores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Análisis y optimización de consultas en Oracle SQL y PL/SQL</vt:lpstr>
      <vt:lpstr>¡Muchas Gracias!</vt:lpstr>
    </vt:vector>
  </TitlesOfParts>
  <Company>Universidad de Murcia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MUNUERA RUIZ</dc:creator>
  <cp:lastModifiedBy>PEDRO MUNUERA RUIZ</cp:lastModifiedBy>
  <cp:revision>65</cp:revision>
  <dcterms:created xsi:type="dcterms:W3CDTF">2025-10-27T20:26:45Z</dcterms:created>
  <dcterms:modified xsi:type="dcterms:W3CDTF">2025-11-19T14:33:10Z</dcterms:modified>
</cp:coreProperties>
</file>